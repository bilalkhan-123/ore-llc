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9050000" cy="19050000"/>
  <p:notesSz cx="6858000" cy="9144000"/>
  <p:embeddedFontLst>
    <p:embeddedFont>
      <p:font typeface="Garet Bold" charset="1" panose="00000000000000000000"/>
      <p:regular r:id="rId7"/>
    </p:embeddedFont>
    <p:embeddedFont>
      <p:font typeface="Russo One" charset="1" panose="0200050305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1173" y="6228389"/>
            <a:ext cx="6393850" cy="63938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94337" lIns="194337" bIns="194337" rIns="194337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28673" y="6427760"/>
            <a:ext cx="6393850" cy="63938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94337" lIns="194337" bIns="194337" rIns="194337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82443" y="7153716"/>
            <a:ext cx="7725504" cy="4558048"/>
          </a:xfrm>
          <a:custGeom>
            <a:avLst/>
            <a:gdLst/>
            <a:ahLst/>
            <a:cxnLst/>
            <a:rect r="r" b="b" t="t" l="l"/>
            <a:pathLst>
              <a:path h="4558048" w="7725504">
                <a:moveTo>
                  <a:pt x="0" y="0"/>
                </a:moveTo>
                <a:lnTo>
                  <a:pt x="7725504" y="0"/>
                </a:lnTo>
                <a:lnTo>
                  <a:pt x="7725504" y="4558048"/>
                </a:lnTo>
                <a:lnTo>
                  <a:pt x="0" y="455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42611" y="10172078"/>
            <a:ext cx="1472967" cy="1841209"/>
          </a:xfrm>
          <a:custGeom>
            <a:avLst/>
            <a:gdLst/>
            <a:ahLst/>
            <a:cxnLst/>
            <a:rect r="r" b="b" t="t" l="l"/>
            <a:pathLst>
              <a:path h="1841209" w="1472967">
                <a:moveTo>
                  <a:pt x="0" y="0"/>
                </a:moveTo>
                <a:lnTo>
                  <a:pt x="1472967" y="0"/>
                </a:lnTo>
                <a:lnTo>
                  <a:pt x="1472967" y="1841209"/>
                </a:lnTo>
                <a:lnTo>
                  <a:pt x="0" y="184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6332040" y="8557236"/>
            <a:ext cx="1400806" cy="1751008"/>
          </a:xfrm>
          <a:custGeom>
            <a:avLst/>
            <a:gdLst/>
            <a:ahLst/>
            <a:cxnLst/>
            <a:rect r="r" b="b" t="t" l="l"/>
            <a:pathLst>
              <a:path h="1751008" w="1400806">
                <a:moveTo>
                  <a:pt x="0" y="0"/>
                </a:moveTo>
                <a:lnTo>
                  <a:pt x="1400806" y="0"/>
                </a:lnTo>
                <a:lnTo>
                  <a:pt x="1400806" y="1751008"/>
                </a:lnTo>
                <a:lnTo>
                  <a:pt x="0" y="175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4994713" y="7118770"/>
            <a:ext cx="1400806" cy="1751008"/>
          </a:xfrm>
          <a:custGeom>
            <a:avLst/>
            <a:gdLst/>
            <a:ahLst/>
            <a:cxnLst/>
            <a:rect r="r" b="b" t="t" l="l"/>
            <a:pathLst>
              <a:path h="1751008" w="1400806">
                <a:moveTo>
                  <a:pt x="0" y="0"/>
                </a:moveTo>
                <a:lnTo>
                  <a:pt x="1400806" y="0"/>
                </a:lnTo>
                <a:lnTo>
                  <a:pt x="1400806" y="1751008"/>
                </a:lnTo>
                <a:lnTo>
                  <a:pt x="0" y="175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56711" y="10368468"/>
            <a:ext cx="9780337" cy="97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1"/>
              </a:lnSpc>
            </a:pPr>
            <a:r>
              <a:rPr lang="en-US" b="true" sz="5950" spc="1404">
                <a:solidFill>
                  <a:srgbClr val="1775BB"/>
                </a:solidFill>
                <a:latin typeface="Garet Bold"/>
                <a:ea typeface="Garet Bold"/>
                <a:cs typeface="Garet Bold"/>
                <a:sym typeface="Garet Bold"/>
              </a:rPr>
              <a:t>MEDICAL BILLING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25024" y="5712546"/>
            <a:ext cx="9838686" cy="56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4"/>
              </a:lnSpc>
            </a:pPr>
            <a:r>
              <a:rPr lang="en-US" sz="33374" spc="2536">
                <a:solidFill>
                  <a:srgbClr val="000000"/>
                </a:solidFill>
                <a:latin typeface="Russo One"/>
                <a:ea typeface="Russo One"/>
                <a:cs typeface="Russo One"/>
                <a:sym typeface="Russo One"/>
              </a:rPr>
              <a:t>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DAHAQ7SeH9w</dc:identifier>
  <dcterms:modified xsi:type="dcterms:W3CDTF">2011-08-01T06:04:30Z</dcterms:modified>
  <cp:revision>1</cp:revision>
  <dc:title>ORE</dc:title>
</cp:coreProperties>
</file>